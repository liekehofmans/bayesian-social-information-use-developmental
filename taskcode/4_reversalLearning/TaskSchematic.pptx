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FC08D5-F0D5-4315-8B22-422E45948151}" v="10" dt="2022-01-26T11:40:15.5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2" autoAdjust="0"/>
    <p:restoredTop sz="94660"/>
  </p:normalViewPr>
  <p:slideViewPr>
    <p:cSldViewPr snapToGrid="0" showGuides="1">
      <p:cViewPr varScale="1">
        <p:scale>
          <a:sx n="142" d="100"/>
          <a:sy n="142" d="100"/>
        </p:scale>
        <p:origin x="92" y="3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eke Hofmans" userId="0c2de8ff24891bf0" providerId="LiveId" clId="{28FC08D5-F0D5-4315-8B22-422E45948151}"/>
    <pc:docChg chg="custSel modSld">
      <pc:chgData name="Lieke Hofmans" userId="0c2de8ff24891bf0" providerId="LiveId" clId="{28FC08D5-F0D5-4315-8B22-422E45948151}" dt="2022-01-26T12:30:38.409" v="41" actId="478"/>
      <pc:docMkLst>
        <pc:docMk/>
      </pc:docMkLst>
      <pc:sldChg chg="addSp delSp modSp mod">
        <pc:chgData name="Lieke Hofmans" userId="0c2de8ff24891bf0" providerId="LiveId" clId="{28FC08D5-F0D5-4315-8B22-422E45948151}" dt="2022-01-26T12:30:38.409" v="41" actId="478"/>
        <pc:sldMkLst>
          <pc:docMk/>
          <pc:sldMk cId="2818455265" sldId="256"/>
        </pc:sldMkLst>
        <pc:spChg chg="add mod ord">
          <ac:chgData name="Lieke Hofmans" userId="0c2de8ff24891bf0" providerId="LiveId" clId="{28FC08D5-F0D5-4315-8B22-422E45948151}" dt="2022-01-26T11:40:15.540" v="39" actId="164"/>
          <ac:spMkLst>
            <pc:docMk/>
            <pc:sldMk cId="2818455265" sldId="256"/>
            <ac:spMk id="100" creationId="{87DD8B69-147C-4E92-8195-F03D103304FC}"/>
          </ac:spMkLst>
        </pc:spChg>
        <pc:spChg chg="add mod">
          <ac:chgData name="Lieke Hofmans" userId="0c2de8ff24891bf0" providerId="LiveId" clId="{28FC08D5-F0D5-4315-8B22-422E45948151}" dt="2022-01-26T11:40:15.540" v="39" actId="164"/>
          <ac:spMkLst>
            <pc:docMk/>
            <pc:sldMk cId="2818455265" sldId="256"/>
            <ac:spMk id="101" creationId="{CF7A353F-FAAE-45A1-A4E5-071CE7D90998}"/>
          </ac:spMkLst>
        </pc:spChg>
        <pc:spChg chg="add mod">
          <ac:chgData name="Lieke Hofmans" userId="0c2de8ff24891bf0" providerId="LiveId" clId="{28FC08D5-F0D5-4315-8B22-422E45948151}" dt="2022-01-26T11:40:15.540" v="39" actId="164"/>
          <ac:spMkLst>
            <pc:docMk/>
            <pc:sldMk cId="2818455265" sldId="256"/>
            <ac:spMk id="102" creationId="{FC221C40-0C62-4E9F-931F-C2D9057EB5AC}"/>
          </ac:spMkLst>
        </pc:spChg>
        <pc:spChg chg="add mod">
          <ac:chgData name="Lieke Hofmans" userId="0c2de8ff24891bf0" providerId="LiveId" clId="{28FC08D5-F0D5-4315-8B22-422E45948151}" dt="2022-01-26T11:40:15.540" v="39" actId="164"/>
          <ac:spMkLst>
            <pc:docMk/>
            <pc:sldMk cId="2818455265" sldId="256"/>
            <ac:spMk id="103" creationId="{55569F61-EA38-4CDF-8F99-9D3339CCDC82}"/>
          </ac:spMkLst>
        </pc:spChg>
        <pc:spChg chg="add mod">
          <ac:chgData name="Lieke Hofmans" userId="0c2de8ff24891bf0" providerId="LiveId" clId="{28FC08D5-F0D5-4315-8B22-422E45948151}" dt="2022-01-26T11:40:15.540" v="39" actId="164"/>
          <ac:spMkLst>
            <pc:docMk/>
            <pc:sldMk cId="2818455265" sldId="256"/>
            <ac:spMk id="104" creationId="{3BF25EA7-85F2-4721-B660-AC47A5BC9F58}"/>
          </ac:spMkLst>
        </pc:spChg>
        <pc:spChg chg="add mod">
          <ac:chgData name="Lieke Hofmans" userId="0c2de8ff24891bf0" providerId="LiveId" clId="{28FC08D5-F0D5-4315-8B22-422E45948151}" dt="2022-01-26T11:40:15.540" v="39" actId="164"/>
          <ac:spMkLst>
            <pc:docMk/>
            <pc:sldMk cId="2818455265" sldId="256"/>
            <ac:spMk id="105" creationId="{9E5226A9-210D-43F4-ABF1-BC3C01108B3C}"/>
          </ac:spMkLst>
        </pc:spChg>
        <pc:spChg chg="add mod">
          <ac:chgData name="Lieke Hofmans" userId="0c2de8ff24891bf0" providerId="LiveId" clId="{28FC08D5-F0D5-4315-8B22-422E45948151}" dt="2022-01-26T11:40:15.540" v="39" actId="164"/>
          <ac:spMkLst>
            <pc:docMk/>
            <pc:sldMk cId="2818455265" sldId="256"/>
            <ac:spMk id="106" creationId="{05ED6DAA-2C57-4D2C-B812-4F7A374A4021}"/>
          </ac:spMkLst>
        </pc:spChg>
        <pc:spChg chg="add mod">
          <ac:chgData name="Lieke Hofmans" userId="0c2de8ff24891bf0" providerId="LiveId" clId="{28FC08D5-F0D5-4315-8B22-422E45948151}" dt="2022-01-26T11:40:15.540" v="39" actId="164"/>
          <ac:spMkLst>
            <pc:docMk/>
            <pc:sldMk cId="2818455265" sldId="256"/>
            <ac:spMk id="107" creationId="{780A3C21-8C91-4852-BE76-35CD180EA64B}"/>
          </ac:spMkLst>
        </pc:spChg>
        <pc:spChg chg="add mod">
          <ac:chgData name="Lieke Hofmans" userId="0c2de8ff24891bf0" providerId="LiveId" clId="{28FC08D5-F0D5-4315-8B22-422E45948151}" dt="2022-01-26T11:40:15.540" v="39" actId="164"/>
          <ac:spMkLst>
            <pc:docMk/>
            <pc:sldMk cId="2818455265" sldId="256"/>
            <ac:spMk id="108" creationId="{193B0835-B963-486E-9528-1B0E778B2581}"/>
          </ac:spMkLst>
        </pc:spChg>
        <pc:grpChg chg="add del mod">
          <ac:chgData name="Lieke Hofmans" userId="0c2de8ff24891bf0" providerId="LiveId" clId="{28FC08D5-F0D5-4315-8B22-422E45948151}" dt="2022-01-26T12:30:38.409" v="41" actId="478"/>
          <ac:grpSpMkLst>
            <pc:docMk/>
            <pc:sldMk cId="2818455265" sldId="256"/>
            <ac:grpSpMk id="109" creationId="{35F0129D-2A46-443D-9028-7809F267C9CC}"/>
          </ac:grpSpMkLst>
        </pc:grpChg>
        <pc:picChg chg="add mod ord modCrop">
          <ac:chgData name="Lieke Hofmans" userId="0c2de8ff24891bf0" providerId="LiveId" clId="{28FC08D5-F0D5-4315-8B22-422E45948151}" dt="2022-01-26T11:40:15.540" v="39" actId="164"/>
          <ac:picMkLst>
            <pc:docMk/>
            <pc:sldMk cId="2818455265" sldId="256"/>
            <ac:picMk id="99" creationId="{48E26C45-FDEE-42EC-81EA-7D32DC6CAC6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53294-ECF1-4AAA-A7E1-C07D1C848F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C38EAC-A950-447D-AB01-727ADF7F50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E095D-38BC-4E05-B063-84413051F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63421-1857-4B8A-B11A-0F7B5E73FC1D}" type="datetimeFigureOut">
              <a:rPr lang="en-US" smtClean="0"/>
              <a:t>1/26/2022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E85B6-5933-4253-A670-9E6C78A9D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73311-517C-4708-A1F2-C11A6D736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0C829-52D2-40EC-B3F4-AB4F3B28C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181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2F746-AA78-4F24-B708-A6F3239BF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D5DAF-73AC-447D-8005-1A8B01B48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A631B-7824-4844-9B77-D74ED3EE3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63421-1857-4B8A-B11A-0F7B5E73FC1D}" type="datetimeFigureOut">
              <a:rPr lang="en-US" smtClean="0"/>
              <a:t>1/26/2022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B863E-CE3E-4415-8610-B293B5545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EEE0C-A91B-44E6-BAF7-3BC7EE36D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0C829-52D2-40EC-B3F4-AB4F3B28C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386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5B880-EAF9-43C6-8011-69BA00092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6DB41-5923-49DD-9B4B-29BD90567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E4816-A47F-40D7-B621-D157187B8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63421-1857-4B8A-B11A-0F7B5E73FC1D}" type="datetimeFigureOut">
              <a:rPr lang="en-US" smtClean="0"/>
              <a:t>1/26/2022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168E6-4B34-4A80-A53B-8146C4D81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00B9C-540E-4059-A033-30CA56438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0C829-52D2-40EC-B3F4-AB4F3B28C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461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3AA29-75D7-4C3F-A86F-080C06827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ECE07-B00B-4893-91C6-FAEC7B4840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0E7224-6251-48F8-8343-511244451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3CDBB5-FC73-4659-9C52-14B5A21A3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63421-1857-4B8A-B11A-0F7B5E73FC1D}" type="datetimeFigureOut">
              <a:rPr lang="en-US" smtClean="0"/>
              <a:t>1/26/2022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E35532-461A-41AB-BF94-A764CA5A9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F48BE6-159E-4B5F-B124-CD4350556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0C829-52D2-40EC-B3F4-AB4F3B28C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977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F10F9-6AE8-4108-9104-BF29578C6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64DDBB-E083-4788-BBAC-49FEF492F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1F5472-F7A6-4595-9296-47998B30A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58C39-FE40-4B76-826C-23D1DA0E5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EC3035-7F80-4B6C-A030-342C1AD7B5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FA85B9-6E74-4254-A47E-4A4D11BB0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63421-1857-4B8A-B11A-0F7B5E73FC1D}" type="datetimeFigureOut">
              <a:rPr lang="en-US" smtClean="0"/>
              <a:t>1/26/2022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9C43B7-FA07-4DC4-9ABB-94AE09D64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C94DEE-6BD9-42A0-9E02-7E1235EC2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0C829-52D2-40EC-B3F4-AB4F3B28C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086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48B10-8376-44B1-B297-5B46723B9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420120-0E3F-40DB-A809-C97FA759D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63421-1857-4B8A-B11A-0F7B5E73FC1D}" type="datetimeFigureOut">
              <a:rPr lang="en-US" smtClean="0"/>
              <a:t>1/26/2022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B3B6E5-9913-4D53-9DED-0A40096D1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8B4C45-28C4-4A4F-BDCC-B9A1DC9E5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0C829-52D2-40EC-B3F4-AB4F3B28C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898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683E9D-1605-49DE-9A55-B5813F46D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63421-1857-4B8A-B11A-0F7B5E73FC1D}" type="datetimeFigureOut">
              <a:rPr lang="en-US" smtClean="0"/>
              <a:t>1/26/2022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87BB1F-0CB8-4E10-A6D1-0A48EE015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ABA784-AA8A-4665-8DF9-93CDFA0E6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0C829-52D2-40EC-B3F4-AB4F3B28C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555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1FEF3-3128-4DBC-AA0A-CB517ED61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007CE-DB3D-40E7-85A4-613D1A8C2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E901C1-BCFE-4BF5-A690-3489DFAA3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A215DE-16E5-46BC-87F7-7EB2D0C0E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63421-1857-4B8A-B11A-0F7B5E73FC1D}" type="datetimeFigureOut">
              <a:rPr lang="en-US" smtClean="0"/>
              <a:t>1/26/2022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A82B9A-4A03-4242-8BF9-2A99DA44F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49BCD2-1517-42DB-B8F0-E88205261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0C829-52D2-40EC-B3F4-AB4F3B28C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637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451A8-EE4B-4C76-BEDF-DB4BE3E9B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9F6F17-AF2F-4FFB-9E39-8DE0F4AEC1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8FA656-4B5F-43CD-922A-954F6ECD18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7C42E0-A03B-4C1B-9564-9144AB46E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63421-1857-4B8A-B11A-0F7B5E73FC1D}" type="datetimeFigureOut">
              <a:rPr lang="en-US" smtClean="0"/>
              <a:t>1/26/2022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AAFB1-C65E-40EF-ACEB-4E8AB6C16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7A44A7-FC1A-4DFA-8E67-E06498F0F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0C829-52D2-40EC-B3F4-AB4F3B28C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479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E500D-3B71-4B20-BB3B-9FAFD6504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D36F97-96A5-4432-870F-05B6552BC1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97C79-4D53-440E-8013-B3EA1C920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63421-1857-4B8A-B11A-0F7B5E73FC1D}" type="datetimeFigureOut">
              <a:rPr lang="en-US" smtClean="0"/>
              <a:t>1/26/2022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32951-BD48-4E66-ABE2-5C50F9475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90227-5F72-44B0-BCB0-A2EA5C9EC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0C829-52D2-40EC-B3F4-AB4F3B28C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19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7D8202-A2FD-43BD-91A5-146B88BF63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49DECC-7BAF-414A-9428-9B689D507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7DB1B-F24F-4C56-A33D-ABBD7ED17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63421-1857-4B8A-B11A-0F7B5E73FC1D}" type="datetimeFigureOut">
              <a:rPr lang="en-US" smtClean="0"/>
              <a:t>1/26/2022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6EF9D-B411-4D7A-A73F-33670CBA0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F3350-BF9D-41F7-A36A-0DA42A55E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0C829-52D2-40EC-B3F4-AB4F3B28C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545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C29B07-67B6-4B9A-A4F2-44C160030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38EA7-A4C9-485B-AD4D-120CFC170D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EF2B4-C43C-4519-A8D6-B252AB9456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63421-1857-4B8A-B11A-0F7B5E73FC1D}" type="datetimeFigureOut">
              <a:rPr lang="en-US" smtClean="0"/>
              <a:t>1/26/2022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93342-D8E7-44F2-95E9-5AAD8E89E1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D36BA-D7AD-48B3-83E7-F93668466C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E0C829-52D2-40EC-B3F4-AB4F3B28C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968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roup 97">
            <a:extLst>
              <a:ext uri="{FF2B5EF4-FFF2-40B4-BE49-F238E27FC236}">
                <a16:creationId xmlns:a16="http://schemas.microsoft.com/office/drawing/2014/main" id="{1620EBDD-CFB5-47E9-B0DC-C5F1D31073F8}"/>
              </a:ext>
            </a:extLst>
          </p:cNvPr>
          <p:cNvGrpSpPr/>
          <p:nvPr/>
        </p:nvGrpSpPr>
        <p:grpSpPr>
          <a:xfrm>
            <a:off x="962139" y="1314027"/>
            <a:ext cx="5556794" cy="4025089"/>
            <a:chOff x="962139" y="1314027"/>
            <a:chExt cx="5556794" cy="4025089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82A19A60-4D30-4848-920D-2D920E08766E}"/>
                </a:ext>
              </a:extLst>
            </p:cNvPr>
            <p:cNvGrpSpPr/>
            <p:nvPr/>
          </p:nvGrpSpPr>
          <p:grpSpPr>
            <a:xfrm>
              <a:off x="962139" y="1314027"/>
              <a:ext cx="1716656" cy="838200"/>
              <a:chOff x="570179" y="2210009"/>
              <a:chExt cx="1716656" cy="838200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B78AB40-6649-4846-9612-0EBA8CC0E11A}"/>
                  </a:ext>
                </a:extLst>
              </p:cNvPr>
              <p:cNvSpPr/>
              <p:nvPr/>
            </p:nvSpPr>
            <p:spPr>
              <a:xfrm>
                <a:off x="570179" y="2210009"/>
                <a:ext cx="1716656" cy="83820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72136BA5-C786-4B60-9310-1A852067E5E7}"/>
                  </a:ext>
                </a:extLst>
              </p:cNvPr>
              <p:cNvGrpSpPr/>
              <p:nvPr/>
            </p:nvGrpSpPr>
            <p:grpSpPr>
              <a:xfrm>
                <a:off x="739452" y="2303423"/>
                <a:ext cx="1383451" cy="602673"/>
                <a:chOff x="4602156" y="1451916"/>
                <a:chExt cx="1383451" cy="602673"/>
              </a:xfrm>
            </p:grpSpPr>
            <p:sp>
              <p:nvSpPr>
                <p:cNvPr id="13" name="Isosceles Triangle 12">
                  <a:extLst>
                    <a:ext uri="{FF2B5EF4-FFF2-40B4-BE49-F238E27FC236}">
                      <a16:creationId xmlns:a16="http://schemas.microsoft.com/office/drawing/2014/main" id="{F84C04F9-8D27-4827-8A06-1C8ED64A2A86}"/>
                    </a:ext>
                  </a:extLst>
                </p:cNvPr>
                <p:cNvSpPr/>
                <p:nvPr/>
              </p:nvSpPr>
              <p:spPr>
                <a:xfrm>
                  <a:off x="4602156" y="1518967"/>
                  <a:ext cx="493284" cy="468572"/>
                </a:xfrm>
                <a:prstGeom prst="triangle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Flowchart: Connector 13">
                  <a:extLst>
                    <a:ext uri="{FF2B5EF4-FFF2-40B4-BE49-F238E27FC236}">
                      <a16:creationId xmlns:a16="http://schemas.microsoft.com/office/drawing/2014/main" id="{08D18A8D-E008-4F4E-BC87-C1CA7ED3F679}"/>
                    </a:ext>
                  </a:extLst>
                </p:cNvPr>
                <p:cNvSpPr/>
                <p:nvPr/>
              </p:nvSpPr>
              <p:spPr>
                <a:xfrm>
                  <a:off x="5449618" y="1518967"/>
                  <a:ext cx="468691" cy="468572"/>
                </a:xfrm>
                <a:prstGeom prst="flowChartConnector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6D71D45C-75A1-4D25-B660-CB23DCA41B08}"/>
                    </a:ext>
                  </a:extLst>
                </p:cNvPr>
                <p:cNvSpPr/>
                <p:nvPr/>
              </p:nvSpPr>
              <p:spPr>
                <a:xfrm>
                  <a:off x="5365354" y="1451916"/>
                  <a:ext cx="620253" cy="602673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64523F5-30D4-4B45-B653-FA3FD49C5717}"/>
                </a:ext>
              </a:extLst>
            </p:cNvPr>
            <p:cNvGrpSpPr/>
            <p:nvPr/>
          </p:nvGrpSpPr>
          <p:grpSpPr>
            <a:xfrm>
              <a:off x="1354891" y="1955722"/>
              <a:ext cx="1716656" cy="838200"/>
              <a:chOff x="3374747" y="3925008"/>
              <a:chExt cx="1716656" cy="83820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C312A90-42A4-4D45-A95F-80AA11055C79}"/>
                  </a:ext>
                </a:extLst>
              </p:cNvPr>
              <p:cNvSpPr/>
              <p:nvPr/>
            </p:nvSpPr>
            <p:spPr>
              <a:xfrm>
                <a:off x="3374747" y="3925008"/>
                <a:ext cx="1716656" cy="83820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5" name="Picture 4" descr="Shape, icon, circle&#10;&#10;Description automatically generated">
                <a:extLst>
                  <a:ext uri="{FF2B5EF4-FFF2-40B4-BE49-F238E27FC236}">
                    <a16:creationId xmlns:a16="http://schemas.microsoft.com/office/drawing/2014/main" id="{62620BC4-DF5F-4CDC-AEEB-9369F4F083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971306" y="4085465"/>
                <a:ext cx="523537" cy="501151"/>
              </a:xfrm>
              <a:prstGeom prst="rect">
                <a:avLst/>
              </a:prstGeom>
            </p:spPr>
          </p:pic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130289E6-DDCE-461B-89F0-92BF8DD5BA2F}"/>
                </a:ext>
              </a:extLst>
            </p:cNvPr>
            <p:cNvGrpSpPr/>
            <p:nvPr/>
          </p:nvGrpSpPr>
          <p:grpSpPr>
            <a:xfrm>
              <a:off x="1788166" y="2578641"/>
              <a:ext cx="1716656" cy="838200"/>
              <a:chOff x="570179" y="2210009"/>
              <a:chExt cx="1716656" cy="838200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C09E236F-0BE9-4E14-B864-91793DC4876C}"/>
                  </a:ext>
                </a:extLst>
              </p:cNvPr>
              <p:cNvSpPr/>
              <p:nvPr/>
            </p:nvSpPr>
            <p:spPr>
              <a:xfrm>
                <a:off x="570179" y="2210009"/>
                <a:ext cx="1716656" cy="83820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546718C1-569B-4A37-8111-E8F0E0FFC863}"/>
                  </a:ext>
                </a:extLst>
              </p:cNvPr>
              <p:cNvGrpSpPr/>
              <p:nvPr/>
            </p:nvGrpSpPr>
            <p:grpSpPr>
              <a:xfrm>
                <a:off x="739452" y="2303423"/>
                <a:ext cx="1383451" cy="602673"/>
                <a:chOff x="4602156" y="1451916"/>
                <a:chExt cx="1383451" cy="602673"/>
              </a:xfrm>
            </p:grpSpPr>
            <p:sp>
              <p:nvSpPr>
                <p:cNvPr id="42" name="Isosceles Triangle 41">
                  <a:extLst>
                    <a:ext uri="{FF2B5EF4-FFF2-40B4-BE49-F238E27FC236}">
                      <a16:creationId xmlns:a16="http://schemas.microsoft.com/office/drawing/2014/main" id="{4CEFECD2-3A42-4591-8732-ED280B2D03D2}"/>
                    </a:ext>
                  </a:extLst>
                </p:cNvPr>
                <p:cNvSpPr/>
                <p:nvPr/>
              </p:nvSpPr>
              <p:spPr>
                <a:xfrm>
                  <a:off x="4602156" y="1518967"/>
                  <a:ext cx="493284" cy="468572"/>
                </a:xfrm>
                <a:prstGeom prst="triangle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3" name="Flowchart: Connector 42">
                  <a:extLst>
                    <a:ext uri="{FF2B5EF4-FFF2-40B4-BE49-F238E27FC236}">
                      <a16:creationId xmlns:a16="http://schemas.microsoft.com/office/drawing/2014/main" id="{B18AD088-37AA-4A8B-86C7-F217816B9A4F}"/>
                    </a:ext>
                  </a:extLst>
                </p:cNvPr>
                <p:cNvSpPr/>
                <p:nvPr/>
              </p:nvSpPr>
              <p:spPr>
                <a:xfrm>
                  <a:off x="5449618" y="1518967"/>
                  <a:ext cx="468691" cy="468572"/>
                </a:xfrm>
                <a:prstGeom prst="flowChartConnector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430922F9-A3B1-480C-B5A7-4DDBE8D1A58B}"/>
                    </a:ext>
                  </a:extLst>
                </p:cNvPr>
                <p:cNvSpPr/>
                <p:nvPr/>
              </p:nvSpPr>
              <p:spPr>
                <a:xfrm>
                  <a:off x="5365354" y="1451916"/>
                  <a:ext cx="620253" cy="602673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46B2683-3A1B-4421-A839-669D5901C7FA}"/>
                </a:ext>
              </a:extLst>
            </p:cNvPr>
            <p:cNvGrpSpPr/>
            <p:nvPr/>
          </p:nvGrpSpPr>
          <p:grpSpPr>
            <a:xfrm>
              <a:off x="2172435" y="3224776"/>
              <a:ext cx="1716656" cy="830135"/>
              <a:chOff x="7796727" y="-123214"/>
              <a:chExt cx="1716656" cy="830135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A49F0984-DD87-4D95-BFE4-DEAD9E744DA3}"/>
                  </a:ext>
                </a:extLst>
              </p:cNvPr>
              <p:cNvSpPr/>
              <p:nvPr/>
            </p:nvSpPr>
            <p:spPr>
              <a:xfrm>
                <a:off x="7796727" y="-123214"/>
                <a:ext cx="1716656" cy="830135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7" name="Picture 6" descr="Shape, icon, circle&#10;&#10;Description automatically generated">
                <a:extLst>
                  <a:ext uri="{FF2B5EF4-FFF2-40B4-BE49-F238E27FC236}">
                    <a16:creationId xmlns:a16="http://schemas.microsoft.com/office/drawing/2014/main" id="{2E6E9FAF-783C-47EC-BDF1-63F8EA8F75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396889" y="100413"/>
                <a:ext cx="525703" cy="497540"/>
              </a:xfrm>
              <a:prstGeom prst="rect">
                <a:avLst/>
              </a:prstGeom>
            </p:spPr>
          </p:pic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430A6235-630C-4016-95B6-7D0338119301}"/>
                </a:ext>
              </a:extLst>
            </p:cNvPr>
            <p:cNvGrpSpPr/>
            <p:nvPr/>
          </p:nvGrpSpPr>
          <p:grpSpPr>
            <a:xfrm>
              <a:off x="2556704" y="3862846"/>
              <a:ext cx="1716656" cy="838200"/>
              <a:chOff x="570179" y="2210009"/>
              <a:chExt cx="1716656" cy="838200"/>
            </a:xfrm>
          </p:grpSpPr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0DA83086-AC81-4FC9-A05C-39E654A9E88B}"/>
                  </a:ext>
                </a:extLst>
              </p:cNvPr>
              <p:cNvSpPr/>
              <p:nvPr/>
            </p:nvSpPr>
            <p:spPr>
              <a:xfrm>
                <a:off x="570179" y="2210009"/>
                <a:ext cx="1716656" cy="83820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A35997C6-5488-4AAA-9C78-6ED6B60E2425}"/>
                  </a:ext>
                </a:extLst>
              </p:cNvPr>
              <p:cNvGrpSpPr/>
              <p:nvPr/>
            </p:nvGrpSpPr>
            <p:grpSpPr>
              <a:xfrm>
                <a:off x="739452" y="2303423"/>
                <a:ext cx="1383451" cy="602673"/>
                <a:chOff x="4602156" y="1451916"/>
                <a:chExt cx="1383451" cy="602673"/>
              </a:xfrm>
            </p:grpSpPr>
            <p:sp>
              <p:nvSpPr>
                <p:cNvPr id="80" name="Isosceles Triangle 79">
                  <a:extLst>
                    <a:ext uri="{FF2B5EF4-FFF2-40B4-BE49-F238E27FC236}">
                      <a16:creationId xmlns:a16="http://schemas.microsoft.com/office/drawing/2014/main" id="{8C38A911-DD02-45F6-8DA5-76651DC11B83}"/>
                    </a:ext>
                  </a:extLst>
                </p:cNvPr>
                <p:cNvSpPr/>
                <p:nvPr/>
              </p:nvSpPr>
              <p:spPr>
                <a:xfrm>
                  <a:off x="4602156" y="1518967"/>
                  <a:ext cx="493284" cy="468572"/>
                </a:xfrm>
                <a:prstGeom prst="triangle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Flowchart: Connector 80">
                  <a:extLst>
                    <a:ext uri="{FF2B5EF4-FFF2-40B4-BE49-F238E27FC236}">
                      <a16:creationId xmlns:a16="http://schemas.microsoft.com/office/drawing/2014/main" id="{07E74AE0-2B29-4FB2-BB48-07FD30F1F314}"/>
                    </a:ext>
                  </a:extLst>
                </p:cNvPr>
                <p:cNvSpPr/>
                <p:nvPr/>
              </p:nvSpPr>
              <p:spPr>
                <a:xfrm>
                  <a:off x="5449618" y="1518967"/>
                  <a:ext cx="468691" cy="468572"/>
                </a:xfrm>
                <a:prstGeom prst="flowChartConnector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0C05A9CF-7D8E-4104-AAC9-DE3CBCFF2D13}"/>
                    </a:ext>
                  </a:extLst>
                </p:cNvPr>
                <p:cNvSpPr/>
                <p:nvPr/>
              </p:nvSpPr>
              <p:spPr>
                <a:xfrm>
                  <a:off x="5365354" y="1451916"/>
                  <a:ext cx="620253" cy="602673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DE8D179F-77AD-4359-9976-455865FBA475}"/>
                </a:ext>
              </a:extLst>
            </p:cNvPr>
            <p:cNvGrpSpPr/>
            <p:nvPr/>
          </p:nvGrpSpPr>
          <p:grpSpPr>
            <a:xfrm>
              <a:off x="2940973" y="4508981"/>
              <a:ext cx="1716656" cy="830135"/>
              <a:chOff x="7796727" y="-123214"/>
              <a:chExt cx="1716656" cy="830135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54E02A52-D3F6-4DAD-8723-C49C51772E2E}"/>
                  </a:ext>
                </a:extLst>
              </p:cNvPr>
              <p:cNvSpPr/>
              <p:nvPr/>
            </p:nvSpPr>
            <p:spPr>
              <a:xfrm>
                <a:off x="7796727" y="-123214"/>
                <a:ext cx="1716656" cy="830135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85" name="Picture 84" descr="Shape, icon, circle&#10;&#10;Description automatically generated">
                <a:extLst>
                  <a:ext uri="{FF2B5EF4-FFF2-40B4-BE49-F238E27FC236}">
                    <a16:creationId xmlns:a16="http://schemas.microsoft.com/office/drawing/2014/main" id="{59F3FC18-78B0-4BFE-9E89-C22B632835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396889" y="100413"/>
                <a:ext cx="525703" cy="497540"/>
              </a:xfrm>
              <a:prstGeom prst="rect">
                <a:avLst/>
              </a:prstGeom>
            </p:spPr>
          </p:pic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0C28A373-8236-49B0-8EBD-1AFC65AF639A}"/>
                </a:ext>
              </a:extLst>
            </p:cNvPr>
            <p:cNvSpPr txBox="1"/>
            <p:nvPr/>
          </p:nvSpPr>
          <p:spPr>
            <a:xfrm>
              <a:off x="2718646" y="1486891"/>
              <a:ext cx="216130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Correct &amp; rewarded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E712D2E5-B92C-49ED-9721-CE047BAA0145}"/>
                </a:ext>
              </a:extLst>
            </p:cNvPr>
            <p:cNvSpPr txBox="1"/>
            <p:nvPr/>
          </p:nvSpPr>
          <p:spPr>
            <a:xfrm>
              <a:off x="3589086" y="2680152"/>
              <a:ext cx="216130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Correct &amp; punished</a:t>
              </a:r>
            </a:p>
            <a:p>
              <a:r>
                <a:rPr lang="en-US" sz="1100" dirty="0"/>
                <a:t>(probabilistic error)</a:t>
              </a:r>
              <a:endParaRPr lang="en-US" sz="1100" b="1" dirty="0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852EFBDD-68A8-49CD-BE00-75C36E71807C}"/>
                </a:ext>
              </a:extLst>
            </p:cNvPr>
            <p:cNvSpPr txBox="1"/>
            <p:nvPr/>
          </p:nvSpPr>
          <p:spPr>
            <a:xfrm>
              <a:off x="4357624" y="3970470"/>
              <a:ext cx="216130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Incorrect &amp; punished</a:t>
              </a:r>
            </a:p>
            <a:p>
              <a:r>
                <a:rPr lang="en-US" sz="1100" dirty="0"/>
                <a:t>(reversal error)</a:t>
              </a:r>
              <a:endParaRPr lang="en-US" sz="1100" b="1" dirty="0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59ED7CED-F42F-4680-899B-866919176E93}"/>
                </a:ext>
              </a:extLst>
            </p:cNvPr>
            <p:cNvSpPr txBox="1"/>
            <p:nvPr/>
          </p:nvSpPr>
          <p:spPr>
            <a:xfrm>
              <a:off x="4587447" y="3732041"/>
              <a:ext cx="678503" cy="2616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Reversal</a:t>
              </a:r>
            </a:p>
          </p:txBody>
        </p: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DFF420CA-82FC-44AC-BE4F-F7938937F2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3582" y="3862846"/>
              <a:ext cx="26386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184552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Lieke Hofmans</dc:creator>
  <cp:lastModifiedBy>Lieke Hofmans</cp:lastModifiedBy>
  <cp:revision>1</cp:revision>
  <dcterms:created xsi:type="dcterms:W3CDTF">2022-01-26T10:42:59Z</dcterms:created>
  <dcterms:modified xsi:type="dcterms:W3CDTF">2022-01-26T12:30:40Z</dcterms:modified>
</cp:coreProperties>
</file>